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651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F76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F766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95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0424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VisionInspect AI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64992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Manufacturing Defect Detection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Quality Inspection System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41248" y="4526280"/>
            <a:ext cx="502920" cy="411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480974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VEENESHWARI R</a:t>
            </a:r>
            <a:endParaRPr lang="en-US" sz="36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S.D.N.B.V.C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0" y="5806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FastAPI  •  PyTorch (YOLO)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96F19-2952-0B4B-2365-E4E13868F8C7}"/>
              </a:ext>
            </a:extLst>
          </p:cNvPr>
          <p:cNvSpPr txBox="1"/>
          <p:nvPr/>
        </p:nvSpPr>
        <p:spPr>
          <a:xfrm>
            <a:off x="733426" y="2009775"/>
            <a:ext cx="260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3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Image to Verdict: The Detection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72784" y="1371600"/>
            <a:ext cx="5847681" cy="4425696"/>
          </a:xfrm>
          <a:prstGeom prst="roundRect">
            <a:avLst>
              <a:gd name="adj" fmla="val 2850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images/img02_upload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70225"/>
            <a:ext cx="5700569" cy="42284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554480"/>
            <a:ext cx="603504" cy="603504"/>
          </a:xfrm>
          <a:prstGeom prst="ellipse">
            <a:avLst/>
          </a:prstGeom>
          <a:solidFill>
            <a:srgbClr val="1B24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8" name="Image 1" descr="icons_tag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7007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98448" y="15270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Defect Classification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298448" y="186537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and labels the type of defect present in the uploaded product image.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724912"/>
            <a:ext cx="603504" cy="603504"/>
          </a:xfrm>
          <a:prstGeom prst="ellipse">
            <a:avLst/>
          </a:prstGeom>
          <a:solidFill>
            <a:srgbClr val="1B24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2" name="Image 2" descr="icons_activity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87121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98448" y="2697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Severity Scoring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298448" y="303580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size, location and defect-type signals into a single 0–100 severity score.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02920" y="3895344"/>
            <a:ext cx="603504" cy="603504"/>
          </a:xfrm>
          <a:prstGeom prst="ellipse">
            <a:avLst/>
          </a:prstGeom>
          <a:solidFill>
            <a:srgbClr val="1B2438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6" name="Image 3" descr="icons_chec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04164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98448" y="3867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Quality Assessment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298448" y="42062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a Pass / Fail verdict with a recommended corrective action.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02920" y="5120640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13232" y="5230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5504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Deformation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High severity  •  61.2/100  •  </a:t>
            </a: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" y="57972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Quarantine product &amp; route for repair / rework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Detection Pipeline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07592"/>
            <a:ext cx="6483096" cy="4636008"/>
          </a:xfrm>
          <a:prstGeom prst="roundRect">
            <a:avLst>
              <a:gd name="adj" fmla="val 185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7200" y="601675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report — defect_classifier_v3 (best.pt)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95160" y="1417320"/>
            <a:ext cx="2272284" cy="896112"/>
          </a:xfrm>
          <a:prstGeom prst="roundRect">
            <a:avLst>
              <a:gd name="adj" fmla="val 918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59752" y="15087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84.5%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159752" y="1947672"/>
            <a:ext cx="1943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32036" y="1417320"/>
            <a:ext cx="2272284" cy="896112"/>
          </a:xfrm>
          <a:prstGeom prst="roundRect">
            <a:avLst>
              <a:gd name="adj" fmla="val 918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96628" y="15087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84.8%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596628" y="1947672"/>
            <a:ext cx="1943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 F1-Score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95160" y="2478024"/>
            <a:ext cx="2272284" cy="896112"/>
          </a:xfrm>
          <a:prstGeom prst="roundRect">
            <a:avLst>
              <a:gd name="adj" fmla="val 918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59752" y="2569464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159752" y="3008376"/>
            <a:ext cx="1943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Types Trained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432036" y="2478024"/>
            <a:ext cx="2272284" cy="896112"/>
          </a:xfrm>
          <a:prstGeom prst="roundRect">
            <a:avLst>
              <a:gd name="adj" fmla="val 918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96628" y="2569464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596628" y="3008376"/>
            <a:ext cx="19431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Images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35753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/ WEAKEST DEFECT TYPES (BY F1)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3886200"/>
            <a:ext cx="2919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missing_component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914839" y="3986784"/>
            <a:ext cx="1412748" cy="91440"/>
          </a:xfrm>
          <a:prstGeom prst="rect">
            <a:avLst/>
          </a:prstGeom>
          <a:solidFill>
            <a:srgbClr val="24304A"/>
          </a:solidFill>
          <a:ln/>
        </p:spPr>
      </p:sp>
      <p:sp>
        <p:nvSpPr>
          <p:cNvPr id="22" name="Shape 19"/>
          <p:cNvSpPr/>
          <p:nvPr/>
        </p:nvSpPr>
        <p:spPr>
          <a:xfrm>
            <a:off x="9914839" y="3986784"/>
            <a:ext cx="1412748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1382451" y="38862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995160" y="4251960"/>
            <a:ext cx="2919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914839" y="4352544"/>
            <a:ext cx="1412748" cy="91440"/>
          </a:xfrm>
          <a:prstGeom prst="rect">
            <a:avLst/>
          </a:prstGeom>
          <a:solidFill>
            <a:srgbClr val="24304A"/>
          </a:solidFill>
          <a:ln/>
        </p:spPr>
      </p:sp>
      <p:sp>
        <p:nvSpPr>
          <p:cNvPr id="26" name="Shape 23"/>
          <p:cNvSpPr/>
          <p:nvPr/>
        </p:nvSpPr>
        <p:spPr>
          <a:xfrm>
            <a:off x="9914839" y="4352544"/>
            <a:ext cx="1329396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382451" y="42519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995160" y="4617720"/>
            <a:ext cx="2919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914839" y="4718304"/>
            <a:ext cx="1412748" cy="91440"/>
          </a:xfrm>
          <a:prstGeom prst="rect">
            <a:avLst/>
          </a:prstGeom>
          <a:solidFill>
            <a:srgbClr val="24304A"/>
          </a:solidFill>
          <a:ln/>
        </p:spPr>
      </p:sp>
      <p:sp>
        <p:nvSpPr>
          <p:cNvPr id="30" name="Shape 27"/>
          <p:cNvSpPr/>
          <p:nvPr/>
        </p:nvSpPr>
        <p:spPr>
          <a:xfrm>
            <a:off x="9914839" y="4718304"/>
            <a:ext cx="1080752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1382451" y="461772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995160" y="4983480"/>
            <a:ext cx="29196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9914839" y="5084064"/>
            <a:ext cx="1412748" cy="91440"/>
          </a:xfrm>
          <a:prstGeom prst="rect">
            <a:avLst/>
          </a:prstGeom>
          <a:solidFill>
            <a:srgbClr val="24304A"/>
          </a:solidFill>
          <a:ln/>
        </p:spPr>
      </p:sp>
      <p:sp>
        <p:nvSpPr>
          <p:cNvPr id="34" name="Shape 31"/>
          <p:cNvSpPr/>
          <p:nvPr/>
        </p:nvSpPr>
        <p:spPr>
          <a:xfrm>
            <a:off x="9914839" y="5084064"/>
            <a:ext cx="983273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1382451" y="49834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Training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6A5B77F-5662-70AC-A22F-9E5EAEE3B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20" y="1207008"/>
            <a:ext cx="11653193" cy="559612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9D4BB62-1383-C240-A593-820387E01377}"/>
              </a:ext>
            </a:extLst>
          </p:cNvPr>
          <p:cNvSpPr txBox="1"/>
          <p:nvPr/>
        </p:nvSpPr>
        <p:spPr>
          <a:xfrm>
            <a:off x="347472" y="526554"/>
            <a:ext cx="3067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DataBase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Reports — Inspection Summaries at a Glance</a:t>
            </a:r>
            <a:endParaRPr lang="en-US" sz="3000" dirty="0"/>
          </a:p>
        </p:txBody>
      </p:sp>
      <p:pic>
        <p:nvPicPr>
          <p:cNvPr id="4" name="Image 0" descr="icons_fi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25879"/>
            <a:ext cx="5449824" cy="3156549"/>
          </a:xfrm>
          <a:prstGeom prst="roundRect">
            <a:avLst>
              <a:gd name="adj" fmla="val 2771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1" descr="images/img03_report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19"/>
            <a:ext cx="5248656" cy="297385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4516952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inspection summaries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907024" y="1325880"/>
            <a:ext cx="6045490" cy="3156548"/>
          </a:xfrm>
          <a:prstGeom prst="roundRect">
            <a:avLst>
              <a:gd name="adj" fmla="val 2771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2" descr="images/img04_reports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1417320"/>
            <a:ext cx="5954050" cy="297385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98464" y="4516952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Drill-down: per-product defect, severity &amp; recommendation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78823" y="4825795"/>
            <a:ext cx="5248656" cy="1508760"/>
          </a:xfrm>
          <a:prstGeom prst="roundRect">
            <a:avLst>
              <a:gd name="adj" fmla="val 5455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66206" y="4977947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Rollup Metrics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66206" y="5340096"/>
            <a:ext cx="4791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Inspected, Passed &amp; Defects per day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severity counts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% and Avg AI confidence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964937" y="4816028"/>
            <a:ext cx="5248656" cy="1508760"/>
          </a:xfrm>
          <a:prstGeom prst="roundRect">
            <a:avLst>
              <a:gd name="adj" fmla="val 5455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0"/>
          <p:cNvSpPr txBox="1"/>
          <p:nvPr/>
        </p:nvSpPr>
        <p:spPr>
          <a:xfrm>
            <a:off x="6227064" y="4936330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Per-Inspection Drill-Down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6227064" y="5300660"/>
            <a:ext cx="4791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line &amp; defect type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status &amp; severity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+ PDF export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Quality Reports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Auto-Generated PDF Inspection Reports</a:t>
            </a:r>
            <a:endParaRPr lang="en-US" sz="3000" dirty="0"/>
          </a:p>
        </p:txBody>
      </p:sp>
      <p:pic>
        <p:nvPicPr>
          <p:cNvPr id="4" name="Image 0" descr="icons_fi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99" y="1371600"/>
            <a:ext cx="4376057" cy="4709160"/>
          </a:xfrm>
          <a:prstGeom prst="roundRect">
            <a:avLst>
              <a:gd name="adj" fmla="val 224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48640" y="6135624"/>
            <a:ext cx="3073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cable wire inspection — FAIL, High severity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326182" y="1691640"/>
            <a:ext cx="6984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inspection, documented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326182" y="2148840"/>
            <a:ext cx="69846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inspected count, pass rate and quality % rolled up by day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Per-inspection breakdown: product, line, defect, status &amp; severity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defect classification — type, severity level, size / location / defect-type scores and AI confidence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recommendation (e.g. quarantine &amp; rework) attached to every report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downloadable PDF per inspection, with a full audit trail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Quality Reports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39E824-20BE-3CED-CA40-0805DA3F3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53896"/>
            <a:ext cx="4132463" cy="43404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Dashboard — Breakdown by Type &amp; Line</a:t>
            </a:r>
            <a:endParaRPr lang="en-US" sz="3000" dirty="0"/>
          </a:p>
        </p:txBody>
      </p:sp>
      <p:pic>
        <p:nvPicPr>
          <p:cNvPr id="4" name="Image 0" descr="icons_pi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371600"/>
            <a:ext cx="6446520" cy="3150902"/>
          </a:xfrm>
          <a:prstGeom prst="roundRect">
            <a:avLst>
              <a:gd name="adj" fmla="val 2322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1" descr="images/img06_defect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6263640" cy="296802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559078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 breakdown &amp; severity distribution across all inspections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922008" y="1389888"/>
            <a:ext cx="4855464" cy="2985380"/>
          </a:xfrm>
          <a:prstGeom prst="roundRect">
            <a:avLst>
              <a:gd name="adj" fmla="val 4057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pic>
        <p:nvPicPr>
          <p:cNvPr id="9" name="Image 2" descr="images/img07_14day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463039"/>
            <a:ext cx="4709160" cy="281971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68312" y="437526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inspection volume vs. defects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7174232" y="483339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 Breakdown — ranks every defect class by frequency across all inspections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 — Critical / High / Medium / Low split at a glance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production line, so problem lines surface immediately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57200" y="4979702"/>
            <a:ext cx="1428750" cy="566928"/>
          </a:xfrm>
          <a:prstGeom prst="roundRect">
            <a:avLst>
              <a:gd name="adj" fmla="val 1290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21792" y="516258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14400" y="4979702"/>
            <a:ext cx="971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2023110" y="4979702"/>
            <a:ext cx="1428750" cy="566928"/>
          </a:xfrm>
          <a:prstGeom prst="roundRect">
            <a:avLst>
              <a:gd name="adj" fmla="val 1290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187702" y="516258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2480310" y="4979702"/>
            <a:ext cx="971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589020" y="4979702"/>
            <a:ext cx="1428750" cy="566928"/>
          </a:xfrm>
          <a:prstGeom prst="roundRect">
            <a:avLst>
              <a:gd name="adj" fmla="val 1290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753612" y="5162582"/>
            <a:ext cx="201168" cy="201168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046220" y="4979702"/>
            <a:ext cx="971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severity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154930" y="4979702"/>
            <a:ext cx="1428750" cy="566928"/>
          </a:xfrm>
          <a:prstGeom prst="roundRect">
            <a:avLst>
              <a:gd name="adj" fmla="val 12903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319522" y="516258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612130" y="4979702"/>
            <a:ext cx="9715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severity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Defect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Monitoring — Defect Trends Over Time</a:t>
            </a:r>
            <a:endParaRPr lang="en-US" sz="3000" dirty="0"/>
          </a:p>
        </p:txBody>
      </p:sp>
      <p:pic>
        <p:nvPicPr>
          <p:cNvPr id="4" name="Image 0" descr="icons_tren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65760"/>
            <a:ext cx="36576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389888"/>
            <a:ext cx="6501384" cy="2305572"/>
          </a:xfrm>
          <a:prstGeom prst="roundRect">
            <a:avLst>
              <a:gd name="adj" fmla="val 2776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1" descr="images/img08_trends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6355080" cy="21592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22376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 Volume &amp; Defects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1920240"/>
            <a:ext cx="3566160" cy="1793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Selectable windows — last 7 / 14 / 30 days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view of passed vs. defective units per day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flag days needing supervisor attention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84048" y="3960636"/>
            <a:ext cx="6501384" cy="1973014"/>
          </a:xfrm>
          <a:prstGeom prst="roundRect">
            <a:avLst>
              <a:gd name="adj" fmla="val 3244"/>
            </a:avLst>
          </a:prstGeom>
          <a:solidFill>
            <a:srgbClr val="141B2E"/>
          </a:solidFill>
          <a:ln w="12700">
            <a:solidFill>
              <a:srgbClr val="2631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2" descr="images/img09_severity_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33788"/>
            <a:ext cx="6355080" cy="18267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223760" y="40520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Severity Score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223760" y="4490988"/>
            <a:ext cx="3566160" cy="14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average defect severity (0–100) across the same time window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trend — quality is drifting and needs a root-cause check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supervisors an early warning before defect rates spike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6528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Trend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63717901-B09C-A92A-F65A-2B1D07FEA7B5}"/>
              </a:ext>
            </a:extLst>
          </p:cNvPr>
          <p:cNvSpPr txBox="1"/>
          <p:nvPr/>
        </p:nvSpPr>
        <p:spPr>
          <a:xfrm>
            <a:off x="4030825" y="2612571"/>
            <a:ext cx="54210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Thank You</a:t>
            </a:r>
            <a:endParaRPr lang="en-IN" sz="6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515</Words>
  <Application>Microsoft Office PowerPoint</Application>
  <PresentationFormat>Widescreen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veeneshwari R</cp:lastModifiedBy>
  <cp:revision>3</cp:revision>
  <dcterms:created xsi:type="dcterms:W3CDTF">2026-08-27T11:48:08Z</dcterms:created>
  <dcterms:modified xsi:type="dcterms:W3CDTF">2026-08-27T13:27:45Z</dcterms:modified>
</cp:coreProperties>
</file>