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37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E9C8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F2B54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417320"/>
            <a:ext cx="914400" cy="9144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37276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VisionInspect 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3364992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Defect Detection &amp; Quality Inspection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8636" y="39776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C2942"/>
          </a:solidFill>
          <a:ln/>
        </p:spPr>
      </p:sp>
      <p:sp>
        <p:nvSpPr>
          <p:cNvPr id="9" name="Text 7"/>
          <p:cNvSpPr/>
          <p:nvPr/>
        </p:nvSpPr>
        <p:spPr>
          <a:xfrm>
            <a:off x="5088636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Internship Project  ·  August 2026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1303A0-5007-B2E4-FA46-B578A7AE1C83}"/>
              </a:ext>
            </a:extLst>
          </p:cNvPr>
          <p:cNvSpPr txBox="1"/>
          <p:nvPr/>
        </p:nvSpPr>
        <p:spPr>
          <a:xfrm>
            <a:off x="4442371" y="4566195"/>
            <a:ext cx="4218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VEENESHWARI R</a:t>
            </a:r>
            <a:br>
              <a:rPr lang="en-US" sz="3600" dirty="0">
                <a:solidFill>
                  <a:schemeClr val="bg2"/>
                </a:solidFill>
              </a:rPr>
            </a:br>
            <a:r>
              <a:rPr lang="en-US" sz="3600" dirty="0">
                <a:solidFill>
                  <a:schemeClr val="bg2"/>
                </a:solidFill>
              </a:rPr>
              <a:t>     S.D.N.B.V.C</a:t>
            </a:r>
            <a:endParaRPr lang="en-IN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617720"/>
          </a:xfrm>
          <a:prstGeom prst="roundRect">
            <a:avLst>
              <a:gd name="adj" fmla="val 1980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manufacturing quality inspection platform that automatically detects product defects from images, classifies defect types, and delivers real-time production analytics.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replaces slow, error-prone manual inspection with a fast, consistent, camera-driven workflow — built for manufacturing plants, QA teams, and industrial automation providers.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1C294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7178040" y="1508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Inspection Effort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78040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visual QA with computer vision instead of manual checks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788920"/>
            <a:ext cx="548640" cy="548640"/>
          </a:xfrm>
          <a:prstGeom prst="ellipse">
            <a:avLst/>
          </a:prstGeom>
          <a:solidFill>
            <a:srgbClr val="1C294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717804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 Quality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78040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repeatable defect detection across every unit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548640" cy="548640"/>
          </a:xfrm>
          <a:prstGeom prst="ellipse">
            <a:avLst/>
          </a:prstGeom>
          <a:solidFill>
            <a:srgbClr val="1C294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717804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Manufacturing Defects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7804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issues before they reach customers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5074920"/>
            <a:ext cx="548640" cy="548640"/>
          </a:xfrm>
          <a:prstGeom prst="ellipse">
            <a:avLst/>
          </a:prstGeom>
          <a:solidFill>
            <a:srgbClr val="1C294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60" dirty="0"/>
          </a:p>
        </p:txBody>
      </p:sp>
      <p:sp>
        <p:nvSpPr>
          <p:cNvPr id="21" name="Text 19"/>
          <p:cNvSpPr/>
          <p:nvPr/>
        </p:nvSpPr>
        <p:spPr>
          <a:xfrm>
            <a:off x="717804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Production Efficiency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78040" y="5303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drive faster quality decisions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1C294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54480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(SPA router)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— analytics &amp; trends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responsive UI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07408" y="15544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1828800"/>
            <a:ext cx="548640" cy="548640"/>
          </a:xfrm>
          <a:prstGeom prst="ellipse">
            <a:avLst/>
          </a:prstGeom>
          <a:solidFill>
            <a:srgbClr val="1C294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5413248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27448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27448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27448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27448" y="4663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(Node/Express variant also available)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66176" y="15544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86216" y="1828800"/>
            <a:ext cx="548640" cy="548640"/>
          </a:xfrm>
          <a:prstGeom prst="ellipse">
            <a:avLst/>
          </a:prstGeom>
          <a:solidFill>
            <a:srgbClr val="1C294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8621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9272016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TRAINING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86216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Anomalib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86216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PatchCore anomaly detection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86216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MVTec AD benchmark dataset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86216" y="4663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locally via VS Code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and tested entirely within Visual Studio Code — separate Node/Express and FastAPI backends, interchangeable behind the same frontend.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JS · Chart.js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Dashboards, Upload UI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69080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0624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0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2668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Products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69080" y="4663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4773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Engine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5120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PatchCore (Anomalib)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 Logic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971800"/>
            <a:ext cx="77724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12280" y="2971800"/>
            <a:ext cx="77724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3657600"/>
            <a:ext cx="0" cy="100584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 flow: Frontend calls REST endpoints → FastAPI validates JWT → reads/writes SQLite → AI engine scores uploaded images → JSON result returned to UI.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Registration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20668" y="1353312"/>
            <a:ext cx="4547616" cy="3465576"/>
          </a:xfrm>
          <a:prstGeom prst="roundRect">
            <a:avLst>
              <a:gd name="adj" fmla="val 2639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pic>
        <p:nvPicPr>
          <p:cNvPr id="5" name="Image 0" descr="ppt_assets/login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396" y="1463040"/>
            <a:ext cx="43281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02920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and sign-up flow for every user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 at registration — Quality Engineer or Factory Supervisor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before they ever touch the database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14500" y="2606040"/>
            <a:ext cx="0" cy="50292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310896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14500" y="4023360"/>
            <a:ext cx="0" cy="50292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452628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26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Header on Requests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14500" y="5440680"/>
            <a:ext cx="0" cy="50292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59436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943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1737360"/>
            <a:ext cx="7863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Tokens) power stateless sessions — no server-side session storage needed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— plaintext passwords are never stored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distinguishes Quality Engineer vs Supervisor permissions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route except register/login requires a valid Bearer token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expire after 8 hours by default, configurable via environment variable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Supervisor — Dashboard Suite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26169" y="1353312"/>
            <a:ext cx="3936613" cy="3236976"/>
          </a:xfrm>
          <a:prstGeom prst="roundRect">
            <a:avLst>
              <a:gd name="adj" fmla="val 2825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pic>
        <p:nvPicPr>
          <p:cNvPr id="5" name="Image 0" descr="ppt_assets/supervisor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897" y="1463040"/>
            <a:ext cx="3717157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800600"/>
            <a:ext cx="103601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plant-wide KPIs at a glance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Overview — per-line yield cards and detail table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— live feed, auto-refreshes every 20 seconds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— inspection volume, defect rate, and severity charts over time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Engineer — Dashboard Suite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86011" y="1353312"/>
            <a:ext cx="5016931" cy="3419856"/>
          </a:xfrm>
          <a:prstGeom prst="roundRect">
            <a:avLst>
              <a:gd name="adj" fmla="val 2674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pic>
        <p:nvPicPr>
          <p:cNvPr id="5" name="Image 0" descr="ppt_assets/qe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39" y="1463040"/>
            <a:ext cx="4797475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983480"/>
            <a:ext cx="10360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personal KPIs and recent inspection activity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Inspection Results — latest AI outcomes in one table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Analytics — defect-type breakdown and severity distribution charts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History — full filterable log by status and production line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Image &amp; Run AI Inspection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8216" cy="3291840"/>
          </a:xfrm>
          <a:prstGeom prst="roundRect">
            <a:avLst>
              <a:gd name="adj" fmla="val 2778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pic>
        <p:nvPicPr>
          <p:cNvPr id="5" name="Image 0" descr="ppt_assets/upload_befor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935336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1887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C294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13536" y="1508760"/>
            <a:ext cx="4118216" cy="3291840"/>
          </a:xfrm>
          <a:prstGeom prst="roundRect">
            <a:avLst>
              <a:gd name="adj" fmla="val 2778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pic>
        <p:nvPicPr>
          <p:cNvPr id="9" name="Image 1" descr="ppt_assets/upload_after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976" y="1600200"/>
            <a:ext cx="3935336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04976" y="11887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7C9B2"/>
          </a:solidFill>
          <a:ln/>
        </p:spPr>
      </p:sp>
      <p:sp>
        <p:nvSpPr>
          <p:cNvPr id="11" name="Text 7"/>
          <p:cNvSpPr/>
          <p:nvPr/>
        </p:nvSpPr>
        <p:spPr>
          <a:xfrm>
            <a:off x="7704976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512064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image upload with product metadata (code, batch, production line)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triggers the AI inspection pipeline against the uploaded image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view shows bounding box overlay, multi-factor severity score, and a clear recommendation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Reports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90860" y="1353312"/>
            <a:ext cx="8407231" cy="2596896"/>
          </a:xfrm>
          <a:prstGeom prst="roundRect">
            <a:avLst>
              <a:gd name="adj" fmla="val 3521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pic>
        <p:nvPicPr>
          <p:cNvPr id="5" name="Image 0" descr="ppt_assets/repor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588" y="1463040"/>
            <a:ext cx="8187775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160520"/>
            <a:ext cx="103601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inspection summaries — inspected, passed, defects, yield 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High severity defect counts surfaced per day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to expand that day's full inspection detail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 — FastAPI + Swagger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15868" y="1353312"/>
            <a:ext cx="5157216" cy="3511296"/>
          </a:xfrm>
          <a:prstGeom prst="roundRect">
            <a:avLst>
              <a:gd name="adj" fmla="val 2604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pic>
        <p:nvPicPr>
          <p:cNvPr id="5" name="Image 0" descr="ppt_assets/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96" y="1463040"/>
            <a:ext cx="49377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07492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interactive API documentation at /docs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organized by tag: auth, inspections, analytics, reports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specification with built-in Pydantic request validation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 Training — MVTec AD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C9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MVTec AD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metal_nut category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~220 defect-free training images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2628900"/>
            <a:ext cx="32004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82880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C9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WideResNet-50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(via Anomalib)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2628900"/>
            <a:ext cx="32004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C9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PatchCore Memory Bank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Coreset subsampling of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feature patches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32520" y="2628900"/>
            <a:ext cx="32004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182880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C9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897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distance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defective regions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160520"/>
            <a:ext cx="10451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PatchCore, trained end-to-end using Anomalib (PyTorch) inside VS Code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verified locally on CPU — single-pass feature extraction, no backpropagation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Image AUROC and Pixel AUROC on held-out defective test images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designed to extend to additional product categories (screw, bottle, cable) for Milestone 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Scoring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6213A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</a:t>
            </a:r>
            <a:r>
              <a:rPr lang="en-US" sz="160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× 30%</a:t>
            </a:r>
            <a:r>
              <a:rPr lang="en-US" sz="16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60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× 25%</a:t>
            </a:r>
            <a:r>
              <a:rPr lang="en-US" sz="16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60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Type × 25%</a:t>
            </a:r>
            <a:r>
              <a:rPr lang="en-US" sz="16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600" b="1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× 20%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35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0475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834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100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834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structural defect — reject product, trigger workflow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950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884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49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79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quality issue — repair or rework recommended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864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C744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663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4663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59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663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concern — flagged for manual inspection 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11A2C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779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3D17A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5577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91840" y="5577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5577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cosmetic defect — product generally acceptable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— Key Achievements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 implemented (JWT + bcrypt)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457200" cy="4572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1600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 &amp; Factory Supervisor dashboards fully built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+ AI inspection pipeline working end-to-end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2697480"/>
            <a:ext cx="457200" cy="4572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2606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analytics &amp; trend visualizations (Chart.js)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Reports with expandable daily summaries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457200" cy="4572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36118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with complete REST API + Swagger docs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6177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— users, products, inspections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4709160"/>
            <a:ext cx="457200" cy="457200"/>
          </a:xfrm>
          <a:prstGeom prst="ellipse">
            <a:avLst/>
          </a:prstGeom>
          <a:solidFill>
            <a:srgbClr val="17C9B2"/>
          </a:solidFill>
          <a:ln w="12700">
            <a:solidFill>
              <a:srgbClr val="2231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46177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PatchCore anomaly detection model trained on MVTec AD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 ·  Milestone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CDCE3FF-482A-5B80-08D2-F628D39EB6EF}"/>
              </a:ext>
            </a:extLst>
          </p:cNvPr>
          <p:cNvSpPr txBox="1"/>
          <p:nvPr/>
        </p:nvSpPr>
        <p:spPr>
          <a:xfrm>
            <a:off x="4506686" y="2976465"/>
            <a:ext cx="29172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</a:rPr>
              <a:t>THANK YOU</a:t>
            </a:r>
            <a:endParaRPr lang="en-IN" sz="4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980</Words>
  <Application>Microsoft Office PowerPoint</Application>
  <PresentationFormat>Widescreen</PresentationFormat>
  <Paragraphs>200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veeneshwari R</cp:lastModifiedBy>
  <cp:revision>3</cp:revision>
  <dcterms:created xsi:type="dcterms:W3CDTF">2026-08-02T12:00:59Z</dcterms:created>
  <dcterms:modified xsi:type="dcterms:W3CDTF">2026-09-03T14:24:40Z</dcterms:modified>
</cp:coreProperties>
</file>