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eneshwari R" userId="d951fcc69ff82498" providerId="LiveId" clId="{E733CC7A-DF07-4CBA-9D03-76580F8697CC}"/>
    <pc:docChg chg="custSel delSld modSld">
      <pc:chgData name="veeneshwari R" userId="d951fcc69ff82498" providerId="LiveId" clId="{E733CC7A-DF07-4CBA-9D03-76580F8697CC}" dt="2026-09-11T12:31:13.402" v="6" actId="2696"/>
      <pc:docMkLst>
        <pc:docMk/>
      </pc:docMkLst>
      <pc:sldChg chg="delSp del mod">
        <pc:chgData name="veeneshwari R" userId="d951fcc69ff82498" providerId="LiveId" clId="{E733CC7A-DF07-4CBA-9D03-76580F8697CC}" dt="2026-09-11T12:31:13.402" v="6" actId="2696"/>
        <pc:sldMkLst>
          <pc:docMk/>
          <pc:sldMk cId="0" sldId="259"/>
        </pc:sldMkLst>
        <pc:spChg chg="del">
          <ac:chgData name="veeneshwari R" userId="d951fcc69ff82498" providerId="LiveId" clId="{E733CC7A-DF07-4CBA-9D03-76580F8697CC}" dt="2026-09-11T12:30:51.314" v="0" actId="478"/>
          <ac:spMkLst>
            <pc:docMk/>
            <pc:sldMk cId="0" sldId="259"/>
            <ac:spMk id="2" creationId="{00000000-0000-0000-0000-000000000000}"/>
          </ac:spMkLst>
        </pc:spChg>
        <pc:spChg chg="del">
          <ac:chgData name="veeneshwari R" userId="d951fcc69ff82498" providerId="LiveId" clId="{E733CC7A-DF07-4CBA-9D03-76580F8697CC}" dt="2026-09-11T12:30:54.313" v="1" actId="478"/>
          <ac:spMkLst>
            <pc:docMk/>
            <pc:sldMk cId="0" sldId="259"/>
            <ac:spMk id="3" creationId="{00000000-0000-0000-0000-000000000000}"/>
          </ac:spMkLst>
        </pc:spChg>
        <pc:spChg chg="del">
          <ac:chgData name="veeneshwari R" userId="d951fcc69ff82498" providerId="LiveId" clId="{E733CC7A-DF07-4CBA-9D03-76580F8697CC}" dt="2026-09-11T12:30:59.478" v="2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veeneshwari R" userId="d951fcc69ff82498" providerId="LiveId" clId="{E733CC7A-DF07-4CBA-9D03-76580F8697CC}" dt="2026-09-11T12:31:01.805" v="3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veeneshwari R" userId="d951fcc69ff82498" providerId="LiveId" clId="{E733CC7A-DF07-4CBA-9D03-76580F8697CC}" dt="2026-09-11T12:31:05.229" v="5" actId="478"/>
          <ac:spMkLst>
            <pc:docMk/>
            <pc:sldMk cId="0" sldId="259"/>
            <ac:spMk id="16" creationId="{00000000-0000-0000-0000-000000000000}"/>
          </ac:spMkLst>
        </pc:spChg>
        <pc:picChg chg="del">
          <ac:chgData name="veeneshwari R" userId="d951fcc69ff82498" providerId="LiveId" clId="{E733CC7A-DF07-4CBA-9D03-76580F8697CC}" dt="2026-09-11T12:31:04.027" v="4" actId="478"/>
          <ac:picMkLst>
            <pc:docMk/>
            <pc:sldMk cId="0" sldId="259"/>
            <ac:picMk id="17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6993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77957-5B0A-BB9D-72D3-1DEA2ACF7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9D842F-9E6C-6F44-A06A-D8C495F92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0797D-1F6A-88A5-938D-5D86BA734D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7937B1-1710-DD9D-245A-B5EA1E0955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60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41148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" y="822960"/>
            <a:ext cx="0" cy="41148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27080" y="822960"/>
            <a:ext cx="41148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38560" y="822960"/>
            <a:ext cx="0" cy="41148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6035040"/>
            <a:ext cx="41148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5623560"/>
            <a:ext cx="0" cy="41148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27080" y="6035040"/>
            <a:ext cx="41148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0" y="5623560"/>
            <a:ext cx="0" cy="41148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0" y="23317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INSPECTION SYSTEM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0" y="2697480"/>
            <a:ext cx="1218895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VisionInspect AI</a:t>
            </a:r>
            <a:endParaRPr lang="en-US" sz="5400" dirty="0"/>
          </a:p>
        </p:txBody>
      </p:sp>
      <p:sp>
        <p:nvSpPr>
          <p:cNvPr id="12" name="Text 10"/>
          <p:cNvSpPr txBox="1"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— Testing, Deployment &amp; Documentation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175504" y="4617720"/>
            <a:ext cx="1828800" cy="0"/>
          </a:xfrm>
          <a:prstGeom prst="line">
            <a:avLst/>
          </a:prstGeom>
          <a:noFill/>
          <a:ln w="12700">
            <a:solidFill>
              <a:srgbClr val="0E9C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0" y="53949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Veeneshwari R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S.D.N.B.V.C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Trained Across Good &amp; Defective Samples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636776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and tested on 15+ distinct product categories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203704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category validated with both PASS and FAIL samples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" y="2770632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types include Deformation, Discoloration, Contamination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3337560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detects Surface Scratch, Cut, and Foreign Material defects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3904488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result logged with a severity level: Low, Medium, or High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471416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 captured per inspection for full traceability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38344" y="1563624"/>
            <a:ext cx="6656832" cy="4782312"/>
          </a:xfrm>
          <a:prstGeom prst="rect">
            <a:avLst/>
          </a:prstGeom>
          <a:solidFill>
            <a:srgbClr val="16213A"/>
          </a:solidFill>
          <a:ln w="15875">
            <a:solidFill>
              <a:srgbClr val="223154"/>
            </a:solidFill>
            <a:prstDash val="solid"/>
          </a:ln>
        </p:spPr>
      </p:sp>
      <p:pic>
        <p:nvPicPr>
          <p:cNvPr id="17" name="Image 0" descr="/home/claude/ppt_assets/tested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600200"/>
            <a:ext cx="6583680" cy="47091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Inspection Log — Continued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636776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stored in PostgreSQL for every inspection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203704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levels range from Low to High by defect impact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" y="2770632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scores span 11%–92%, reflecting real variance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3337560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production lines tracked per product code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3904488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timestamped to the millisecond for traceability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471416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supports both Quality Engineer and Supervisor views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38344" y="1563624"/>
            <a:ext cx="6656832" cy="4782312"/>
          </a:xfrm>
          <a:prstGeom prst="rect">
            <a:avLst/>
          </a:prstGeom>
          <a:solidFill>
            <a:srgbClr val="16213A"/>
          </a:solidFill>
          <a:ln w="15875">
            <a:solidFill>
              <a:srgbClr val="223154"/>
            </a:solidFill>
            <a:prstDash val="solid"/>
          </a:ln>
        </p:spPr>
      </p:sp>
      <p:pic>
        <p:nvPicPr>
          <p:cNvPr id="17" name="Image 0" descr="/home/claude/ppt_assets/tested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600200"/>
            <a:ext cx="6583680" cy="47091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Daily Quality Reports with One-Click Export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636776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summary rolls up every inspection automatically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203704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total inspected, passed, and defect counts per 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" y="2770632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down defects by Critical and High severity levels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3337560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yield percentage and average AI confidence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3904488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dropdown offers View Detail or Export CSV instantly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471416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date to drill into that day's full inspection list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38344" y="1563624"/>
            <a:ext cx="6656832" cy="4782312"/>
          </a:xfrm>
          <a:prstGeom prst="rect">
            <a:avLst/>
          </a:prstGeom>
          <a:solidFill>
            <a:srgbClr val="16213A"/>
          </a:solidFill>
          <a:ln w="15875">
            <a:solidFill>
              <a:srgbClr val="223154"/>
            </a:solidFill>
            <a:prstDash val="solid"/>
          </a:ln>
        </p:spPr>
      </p:sp>
      <p:pic>
        <p:nvPicPr>
          <p:cNvPr id="17" name="Image 0" descr="/home/claude/ppt_assets/reportp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074920" y="1600200"/>
            <a:ext cx="6583680" cy="47091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Exported CSV — Ready for Offline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636776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from the Reports page dropdown menu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203704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every inspection row for the selected day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16936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86384" y="2770632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Product, Line, Defect, Status, and Severity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83864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3337560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directly in Excel, Google Sheets, or any tool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50792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3904488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offline analysis without needing app access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471416"/>
            <a:ext cx="39227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sharing with stakeholders and auditors simple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12664" y="1472184"/>
            <a:ext cx="6382512" cy="5010912"/>
          </a:xfrm>
          <a:prstGeom prst="rect">
            <a:avLst/>
          </a:prstGeom>
          <a:solidFill>
            <a:srgbClr val="16213A"/>
          </a:solidFill>
          <a:ln w="15875">
            <a:solidFill>
              <a:srgbClr val="223154"/>
            </a:solidFill>
            <a:prstDash val="solid"/>
          </a:ln>
        </p:spPr>
      </p:sp>
      <p:pic>
        <p:nvPicPr>
          <p:cNvPr id="17" name="Image 0" descr="/home/claude/ppt_assets/csvfil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49240" y="1508760"/>
            <a:ext cx="6309360" cy="493776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VERSION CONTROL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VS Code to Production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362456"/>
            <a:ext cx="10826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developed and version-controlled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VS Code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035808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165543"/>
            <a:ext cx="10826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Pushed to GitHub across 30+ commits on the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branch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313432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58952" y="2922954"/>
            <a:ext cx="10826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containerized using a custom Dockerfile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3467815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5904" y="3381227"/>
            <a:ext cx="10826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deployed separately as a Render static 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402041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86384" y="4242021"/>
            <a:ext cx="10826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deployed as a Render Docker web service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" y="4924044"/>
            <a:ext cx="82296" cy="82296"/>
          </a:xfrm>
          <a:prstGeom prst="ellipse">
            <a:avLst/>
          </a:prstGeom>
          <a:solidFill>
            <a:srgbClr val="17C9B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86384" y="4764024"/>
            <a:ext cx="108264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hosted and connected via</a:t>
            </a:r>
          </a:p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Render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751320" y="475488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9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96000" y="1133856"/>
            <a:ext cx="5513832" cy="2112264"/>
          </a:xfrm>
          <a:prstGeom prst="rect">
            <a:avLst/>
          </a:prstGeom>
          <a:solidFill>
            <a:srgbClr val="16213A"/>
          </a:solidFill>
          <a:ln w="15875">
            <a:solidFill>
              <a:srgbClr val="223154"/>
            </a:solidFill>
            <a:prstDash val="solid"/>
          </a:ln>
        </p:spPr>
      </p:sp>
      <p:pic>
        <p:nvPicPr>
          <p:cNvPr id="18" name="Image 0" descr="/home/claude/ppt_assets/github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69152" y="1162874"/>
            <a:ext cx="5440680" cy="203911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172200" y="3977640"/>
            <a:ext cx="5440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E9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 (DOCKER + RENDER)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135624" y="4233672"/>
            <a:ext cx="5513832" cy="2112264"/>
          </a:xfrm>
          <a:prstGeom prst="rect">
            <a:avLst/>
          </a:prstGeom>
          <a:solidFill>
            <a:srgbClr val="16213A"/>
          </a:solidFill>
          <a:ln w="15875">
            <a:solidFill>
              <a:srgbClr val="223154"/>
            </a:solidFill>
            <a:prstDash val="solid"/>
          </a:ln>
        </p:spPr>
      </p:sp>
      <p:pic>
        <p:nvPicPr>
          <p:cNvPr id="21" name="Image 1" descr="/home/claude/ppt_assets/rende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72200" y="4270248"/>
            <a:ext cx="5440680" cy="2039112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147572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C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5">
            <a:extLst>
              <a:ext uri="{FF2B5EF4-FFF2-40B4-BE49-F238E27FC236}">
                <a16:creationId xmlns:a16="http://schemas.microsoft.com/office/drawing/2014/main" id="{CD207DBB-C530-B5F0-69FD-04B641DA426D}"/>
              </a:ext>
            </a:extLst>
          </p:cNvPr>
          <p:cNvSpPr/>
          <p:nvPr/>
        </p:nvSpPr>
        <p:spPr>
          <a:xfrm>
            <a:off x="1250302" y="1133855"/>
            <a:ext cx="10359530" cy="4679115"/>
          </a:xfrm>
          <a:prstGeom prst="rect">
            <a:avLst/>
          </a:prstGeom>
          <a:solidFill>
            <a:srgbClr val="16213A"/>
          </a:solidFill>
          <a:ln w="15875">
            <a:solidFill>
              <a:srgbClr val="223154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8A37BF7-E776-F1E9-D197-BA77FEB3B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932" y="1252159"/>
            <a:ext cx="10161036" cy="44425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E3CB0-8A4A-77B6-4490-0A5C04E2A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1E9045-C64A-818B-88DD-4545AFC9E113}"/>
              </a:ext>
            </a:extLst>
          </p:cNvPr>
          <p:cNvSpPr/>
          <p:nvPr/>
        </p:nvSpPr>
        <p:spPr>
          <a:xfrm>
            <a:off x="822960" y="822960"/>
            <a:ext cx="41148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7EE0560-DEC8-A876-BD08-78388D469208}"/>
              </a:ext>
            </a:extLst>
          </p:cNvPr>
          <p:cNvSpPr/>
          <p:nvPr/>
        </p:nvSpPr>
        <p:spPr>
          <a:xfrm>
            <a:off x="822960" y="822960"/>
            <a:ext cx="0" cy="41148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6605728-B65F-7EE9-0D11-4B03410A641C}"/>
              </a:ext>
            </a:extLst>
          </p:cNvPr>
          <p:cNvSpPr/>
          <p:nvPr/>
        </p:nvSpPr>
        <p:spPr>
          <a:xfrm>
            <a:off x="10927080" y="822960"/>
            <a:ext cx="41148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A752A255-6CCA-71FD-8458-70C8B54D0C78}"/>
              </a:ext>
            </a:extLst>
          </p:cNvPr>
          <p:cNvSpPr/>
          <p:nvPr/>
        </p:nvSpPr>
        <p:spPr>
          <a:xfrm>
            <a:off x="11338560" y="822960"/>
            <a:ext cx="0" cy="41148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9D82273-EE25-F3A2-1DB0-1DCF9D10DE6A}"/>
              </a:ext>
            </a:extLst>
          </p:cNvPr>
          <p:cNvSpPr/>
          <p:nvPr/>
        </p:nvSpPr>
        <p:spPr>
          <a:xfrm>
            <a:off x="822960" y="6035040"/>
            <a:ext cx="41148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284D39E-A22C-5081-5B2D-2C2E74328437}"/>
              </a:ext>
            </a:extLst>
          </p:cNvPr>
          <p:cNvSpPr/>
          <p:nvPr/>
        </p:nvSpPr>
        <p:spPr>
          <a:xfrm>
            <a:off x="822960" y="5623560"/>
            <a:ext cx="0" cy="41148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1143004-F852-D86A-CEF6-8549F442C087}"/>
              </a:ext>
            </a:extLst>
          </p:cNvPr>
          <p:cNvSpPr/>
          <p:nvPr/>
        </p:nvSpPr>
        <p:spPr>
          <a:xfrm>
            <a:off x="10927080" y="6035040"/>
            <a:ext cx="411480" cy="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64ACE83-3EF3-2A6D-83CF-CE894CFC96EA}"/>
              </a:ext>
            </a:extLst>
          </p:cNvPr>
          <p:cNvSpPr/>
          <p:nvPr/>
        </p:nvSpPr>
        <p:spPr>
          <a:xfrm>
            <a:off x="11338560" y="5623560"/>
            <a:ext cx="0" cy="411480"/>
          </a:xfrm>
          <a:prstGeom prst="line">
            <a:avLst/>
          </a:prstGeom>
          <a:noFill/>
          <a:ln w="25400">
            <a:solidFill>
              <a:srgbClr val="17C9B2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D3096E3-E462-48A3-6A31-BC01F3ADEFA0}"/>
              </a:ext>
            </a:extLst>
          </p:cNvPr>
          <p:cNvSpPr txBox="1"/>
          <p:nvPr/>
        </p:nvSpPr>
        <p:spPr>
          <a:xfrm>
            <a:off x="0" y="2697480"/>
            <a:ext cx="121889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142F8B2B-741D-D9F9-D2AC-F0D7B3BC912C}"/>
              </a:ext>
            </a:extLst>
          </p:cNvPr>
          <p:cNvSpPr/>
          <p:nvPr/>
        </p:nvSpPr>
        <p:spPr>
          <a:xfrm>
            <a:off x="5175504" y="3794760"/>
            <a:ext cx="1828800" cy="0"/>
          </a:xfrm>
          <a:prstGeom prst="line">
            <a:avLst/>
          </a:prstGeom>
          <a:noFill/>
          <a:ln w="12700">
            <a:solidFill>
              <a:srgbClr val="0E9C8A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8C5759B-0E26-7DF5-0947-01D7011738A6}"/>
              </a:ext>
            </a:extLst>
          </p:cNvPr>
          <p:cNvSpPr txBox="1"/>
          <p:nvPr/>
        </p:nvSpPr>
        <p:spPr>
          <a:xfrm>
            <a:off x="0" y="40233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C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VisionInspect AI — Quality Inspection System</a:t>
            </a:r>
            <a:endParaRPr lang="en-US" sz="15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EA2F6D14-A7D0-3F77-713F-58C4BF1B9AC7}"/>
              </a:ext>
            </a:extLst>
          </p:cNvPr>
          <p:cNvSpPr txBox="1"/>
          <p:nvPr/>
        </p:nvSpPr>
        <p:spPr>
          <a:xfrm>
            <a:off x="0" y="44348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Veena  ·  Quality Engineer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875498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370</Words>
  <Application>Microsoft Office PowerPoint</Application>
  <PresentationFormat>Widescreen</PresentationFormat>
  <Paragraphs>67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veeneshwari R</cp:lastModifiedBy>
  <cp:revision>4</cp:revision>
  <dcterms:created xsi:type="dcterms:W3CDTF">2026-09-11T07:19:26Z</dcterms:created>
  <dcterms:modified xsi:type="dcterms:W3CDTF">2026-09-11T13:23:44Z</dcterms:modified>
</cp:coreProperties>
</file>